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ENR-02: Renewable Distribution Grid Digital Twin. Team GridTwin.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0" y="24963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ENR-02 · Renewable Distribution Grid Digital Twin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2011680" y="27797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GridTwin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32232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1: Aditi Singh — 12414325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6667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2: Saachi Aneja — 12415101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41102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3: Aymaan Shaikh — 12415104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4: Sumit Dayal — 12412598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61872"/>
            <a:ext cx="76809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solar is growing fast on Indian distribution feeders. At midday the surplus flows back towards the substation, pushing voltages above safe limits and overloading cables — and the usual fix is to switch clean energy off.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GridTwin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digital twin of a medium-voltage feeder (the CIGRE MV benchmark) driven by real 15-minute solar data from an Indian plant. It forecasts the next two hours of generation, runs a full AC power flow for every 15-minute step, detects every voltage and thermal violation, and tests corrective actions — battery storage, feeder reconfiguration, inverter reactive power and capped solar curtailment — alone and combined.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 re-simulated over the whole day before it is recommended; the option that wastes the least renewable energy wins. When nothing works, GridTwin says so and reports the minimum intervention required.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304288" y="3767328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340864" y="383133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15-bus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340864" y="4224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CIGRE MV feeder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0" y="3767328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383133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steps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602736" y="4224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power flows / day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28032" y="3767328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383133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options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4224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re-simulated each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3767328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383133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days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422452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solar data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GridTwin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6654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twin that forecasts, stress-tests and heals a solar-heavy distribution grid — while keeping as much renewable energy as possible.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43584" y="3200400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43584" y="32004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38528" y="3200400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38528" y="32004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33472" y="3200400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32004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28416" y="3200400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8416" y="32004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3200400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A3111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32004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pic>
        <p:nvPicPr>
          <p:cNvPr id="16" name="Image 0" descr="GridTwin Play view: the solar surge scenario after the battery fixed 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401568" cy="21259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846320" y="1280160"/>
            <a:ext cx="3401568" cy="2125980"/>
          </a:xfrm>
          <a:prstGeom prst="rect">
            <a:avLst/>
          </a:prstGeom>
          <a:ln w="9525">
            <a:solidFill>
              <a:srgbClr val="EBCF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346100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solar surge fixed by the battery — verified over all 21 steps.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3886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the operator’s question: “Will my feeder stay safe in the next two hours — and if not, what is the cheapest fix that really works?”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25296"/>
            <a:ext cx="1188720" cy="1115568"/>
          </a:xfrm>
          <a:prstGeom prst="roundRect">
            <a:avLst>
              <a:gd name="adj" fmla="val 655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6072" y="12801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Data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157276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Kaggle solar (India, 15-min) + 8 consumer profiles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600200"/>
            <a:ext cx="105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96796" y="1225296"/>
            <a:ext cx="1188720" cy="1115568"/>
          </a:xfrm>
          <a:prstGeom prst="roundRect">
            <a:avLst>
              <a:gd name="adj" fmla="val 655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9948" y="12801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Forecast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69948" y="157276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P10/P50/P90, next 2 h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85516" y="1600200"/>
            <a:ext cx="105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90672" y="1225296"/>
            <a:ext cx="1188720" cy="1115568"/>
          </a:xfrm>
          <a:prstGeom prst="roundRect">
            <a:avLst>
              <a:gd name="adj" fmla="val 655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63824" y="12801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Twin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63824" y="157276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pandapower CIGRE MV, 15 buses, 7 switches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1600200"/>
            <a:ext cx="105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4548" y="1225296"/>
            <a:ext cx="1188720" cy="1115568"/>
          </a:xfrm>
          <a:prstGeom prst="roundRect">
            <a:avLst>
              <a:gd name="adj" fmla="val 655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57700" y="12801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Power flow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57700" y="157276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Newton-Raphson every 15 min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573268" y="1600200"/>
            <a:ext cx="105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78424" y="1225296"/>
            <a:ext cx="1188720" cy="1115568"/>
          </a:xfrm>
          <a:prstGeom prst="roundRect">
            <a:avLst>
              <a:gd name="adj" fmla="val 655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51576" y="12801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Detect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51576" y="157276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0.95–1.05 pu, loading ≤ 100 %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1600200"/>
            <a:ext cx="105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72300" y="1225296"/>
            <a:ext cx="1188720" cy="1115568"/>
          </a:xfrm>
          <a:prstGeom prst="roundRect">
            <a:avLst>
              <a:gd name="adj" fmla="val 655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45452" y="128016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Heal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45452" y="157276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options, each re-simulated &amp; ranked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24688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279806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Battery: charge only what is needed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Reroute: 17 safe switch layouts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Inverter reactive power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curtailment capped at 20 %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Combinations, solar trimmed last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99816" y="24688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91256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best fix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191256" y="279806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first: all steps within limits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lowest cost J (curtailment weighted 10×)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“No feasible solution” + minimum fix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96712" y="24688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88152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788152" y="279806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FastAPI, pandapower, scikit-learn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SQLite, 91 automated tests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TypeScript, Vite, Recharts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Illustrated isometric town view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42316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decides, AI explains — every number comes from the power flow; the optional LLM only rephrases text.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25296"/>
            <a:ext cx="1828800" cy="969264"/>
          </a:xfrm>
          <a:prstGeom prst="roundRect">
            <a:avLst>
              <a:gd name="adj" fmla="val 754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12648" y="1280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8288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tests passing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50592" y="1225296"/>
            <a:ext cx="1828800" cy="969264"/>
          </a:xfrm>
          <a:prstGeom prst="roundRect">
            <a:avLst>
              <a:gd name="adj" fmla="val 754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280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8288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steps verified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1225296"/>
            <a:ext cx="1828800" cy="969264"/>
          </a:xfrm>
          <a:prstGeom prst="roundRect">
            <a:avLst>
              <a:gd name="adj" fmla="val 754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1280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~0.1 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18288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power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5936" y="1225296"/>
            <a:ext cx="1828800" cy="969264"/>
          </a:xfrm>
          <a:prstGeom prst="roundRect">
            <a:avLst>
              <a:gd name="adj" fmla="val 7547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28016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5–9 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18288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evaluation, 9 options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2468880" cy="1426464"/>
          </a:xfrm>
          <a:prstGeom prst="roundRect">
            <a:avLst>
              <a:gd name="adj" fmla="val 5128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670048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today on a laptop — no GPU, no paid services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published methods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real-data gaps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99816" y="2322576"/>
            <a:ext cx="2468880" cy="1426464"/>
          </a:xfrm>
          <a:prstGeom prst="roundRect">
            <a:avLst>
              <a:gd name="adj" fmla="val 5128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91256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191256" y="2670048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plug in their own feeder &amp; CSV data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hardware for a pilot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near-zero cost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96712" y="2322576"/>
            <a:ext cx="2468880" cy="1426464"/>
          </a:xfrm>
          <a:prstGeom prst="roundRect">
            <a:avLst>
              <a:gd name="adj" fmla="val 5128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88152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88152" y="2670048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power flow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Benchmark, not real DISCOM feeder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days, one plant; synthetic demand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3886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this feeder: problems start at 8.8 MW of solar · battery alone copes up to 9.7 MW · with no battery nothing works from 16.8 MW.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25296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08760"/>
                <a:gridCol w="17830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(real solar)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GridTwin found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day, 4.2 MW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 solar 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surge, 9.2 MW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fixes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 solar wasted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Bigger surge, 11.8 MW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Reroute 2 switches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 156 → 80 %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Extreme, 18.5 MW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feasible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35.9 % vs 20 %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Evening peak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Voltage too 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MW load cut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5596128" y="1225296"/>
            <a:ext cx="2697480" cy="2523744"/>
          </a:xfrm>
          <a:prstGeom prst="roundRect">
            <a:avLst>
              <a:gd name="adj" fmla="val 2899"/>
            </a:avLst>
          </a:prstGeom>
          <a:solidFill>
            <a:srgbClr val="FBF1F1"/>
          </a:solidFill>
          <a:ln w="9525">
            <a:solidFill>
              <a:srgbClr val="EBCFC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05856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705856" y="1591056"/>
            <a:ext cx="25054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rooftop solar on existing cables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wasted clean energy — curtailment last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caught up to 2 h ahead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fix verified; impossible cases reported honestly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Plain-language, illustrated view for operators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3886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India’s rooftop-solar push (PM Surya Ghar: Muft Bijli Yojana) by helping DISCOMs host more solar safely.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43584"/>
            <a:ext cx="37490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CIGRE TF C6.04.02, “Benchmark Systems for Network Integration of Renewable and Distributed Energy Resources,” TB 575, 2014.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 Thurner et al., “pandapower — an open-source Python tool for power systems,” IEEE Trans. Power Systems 33(6), 2018.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Stott, “Review of load-flow calculation methods,” Proc. IEEE 62(7), 1974.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Kannal, “Solar Power Generation Data,” Kaggle, 2020.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Pedregosa et al., “Scikit-learn: Machine Learning in Python,” JMLR 12, 2011.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243584"/>
            <a:ext cx="37490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Koenker &amp; G. Bassett, “Regression Quantiles,” Econometrica 46(1), 1978.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Bollen &amp; S. Rönnberg, “Hosting Capacity of the Power Grid for Renewable Electricity Production…,” Energies 10(9), 2017.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Std 1547-2018, Interconnection of Distributed Energy Resources.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C84.1, Voltage Ratings (Range A, ±5 %).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CEA (Technical Standards for Connectivity of Distributed Generation Resources) Regulations, 2013, India.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with: pandapower · FastAPI · scikit-learn · React · Recharts · SQLite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GridTwin — Renewable Distribution Grid Digital Twin (HackMatrix 5.0)</dc:title>
  <dc:subject>PptxGenJS Presentation</dc:subject>
  <dc:creator>PptxGenJS</dc:creator>
  <cp:lastModifiedBy>PptxGenJS</cp:lastModifiedBy>
  <cp:revision>1</cp:revision>
  <dcterms:created xsi:type="dcterms:W3CDTF">2026-09-29T09:47:51Z</dcterms:created>
  <dcterms:modified xsi:type="dcterms:W3CDTF">2026-09-29T09:47:51Z</dcterms:modified>
</cp:coreProperties>
</file>